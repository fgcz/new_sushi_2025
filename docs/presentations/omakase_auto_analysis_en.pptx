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10477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OMAKASE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0480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Automated first-pass analysis of finished sequencing orders — a configuration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810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— Rules decide · AI assists · Humans release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00075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FGCZ Genomics · 2026 · Masaomi Hatakeyama · v0.3 (configuration sketch, no code yet)</a:t>
            </a:r>
          </a:p>
        </p:txBody>
      </p:sp>
      <p:sp>
        <p:nvSpPr>
          <p:cNvPr id="8" name="Oval 7"/>
          <p:cNvSpPr/>
          <p:nvPr/>
        </p:nvSpPr>
        <p:spPr>
          <a:xfrm>
            <a:off x="108204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537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871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204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538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871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04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37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71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04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538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871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04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37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871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204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538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871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CONTEXT ·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Every finished order gets a proposed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5400675" cy="4229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idea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Sequencing finishes → an agent reads the order parameters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It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proposes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an analysis and notifies the bioinformatician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No reply within the grace period → the analysis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starts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After the run, consistency is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checked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then a human forwards the result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Phase 1: everything gated through a bioinformatician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9825" y="1200150"/>
            <a:ext cx="5400675" cy="4229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What this deck settles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Which layer does what, and who owns it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Which existing components are reused, and what is genuinely new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What the AI may see, and where inference happens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How we validate before anything runs on real orders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Not settled here: implementation. No code has been written.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Design premise: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the value is not "an AI that chooses analyses". It is a first-pass analysis for every order, produced early enough to be useful, with a human always able to stop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DESIGN ·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Five decisions that shape everything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4229100"/>
          </a:xfrm>
          <a:prstGeom prst="rect">
            <a:avLst/>
          </a:prstGeom>
          <a:noFill/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609600" cy="845819"/>
          </a:xfrm>
          <a:prstGeom prst="rect">
            <a:avLst/>
          </a:prstGeom>
          <a:solidFill>
            <a:srgbClr val="FFF4E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1200150"/>
            <a:ext cx="5532882" cy="845819"/>
          </a:xfrm>
          <a:prstGeom prst="rect">
            <a:avLst/>
          </a:prstGeom>
          <a:solidFill>
            <a:srgbClr val="FF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1247775"/>
            <a:ext cx="41910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1247775"/>
            <a:ext cx="5342382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No consent dialog. Data minimisation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232" y="1247775"/>
            <a:ext cx="4716018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Only non-sensitive order parameters are read; only the on-prem model is used; the customer is informed, not asked.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045970"/>
            <a:ext cx="609600" cy="845819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2093595"/>
            <a:ext cx="41910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2093595"/>
            <a:ext cx="5342382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 versioned recipe catalog decides. The LLM only assists.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9232" y="2093595"/>
            <a:ext cx="4716018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 rule can be reviewed and signed off by a bioinformatician. A prompt cannot.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04597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2891790"/>
            <a:ext cx="609600" cy="845819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2939415"/>
            <a:ext cx="41910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2939415"/>
            <a:ext cx="5342382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QC is deterministic first. The LLM writes the wording.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9232" y="2939415"/>
            <a:ext cx="4716018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The acting model's self-report is never evidence. Verdict comes from measurements.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289179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3737609"/>
            <a:ext cx="609600" cy="845819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3785235"/>
            <a:ext cx="41910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50" y="3785235"/>
            <a:ext cx="5342382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always-on part is plain code, not an LLM.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232" y="3785235"/>
            <a:ext cx="4716018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Watcher, timer and state machine are ordinary software. The model is called per event.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3737609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4583430"/>
            <a:ext cx="609600" cy="845819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4631055"/>
            <a:ext cx="41910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50" y="4631055"/>
            <a:ext cx="5342382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grace period counts business hours.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9232" y="4631055"/>
            <a:ext cx="4716018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And the clock starts only after the notice is confirmed as delivered.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58343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One consequence worth stating: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because the decision layer is a rule engine, the service still works when the model is unavailable, or when an order type is deliberately excluded from AI processing.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REPRODUCIBILITY ·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Determinism is what makes the LLM 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2763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Two axes, closed separately.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Data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what may the AI see? Closed by the field allow-list.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Authority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what may the AI decide? Closed by the recipe catalog. Sending less data does not help if the model still decides what runs.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1905000"/>
          <a:ext cx="11048999" cy="217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0"/>
                <a:gridCol w="4000500"/>
                <a:gridCol w="3905249"/>
              </a:tblGrid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Task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Decided by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LLM role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Which app chain runs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match predicate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none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Parameters (reference, cores, ram)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+ species → reference table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none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Several recipes match, or none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LLM picks </a:t>
                      </a: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among existing recipe ids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; low confidence → held for a human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constrained choice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Proposal and QC wording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template + LLM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writes the sentence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verdict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deterministic tiers, declared before the run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may only </a:t>
                      </a: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downgrade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11149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Diagnosis of a failure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LLM agent, started by a human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full agentic work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4133849"/>
            <a:ext cx="11049000" cy="1295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Reproducible from the record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recipe id and version, resolved parameters, input dataset, QC spec hash. No model, prompt, temperature or seed is involved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Bounded blast radius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the worst an LLM error can do is pick a wrong reviewed recipe, or write a poor sentence. It cannot invent an unreviewed pipeline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Never on the critical path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if the model is unavailable, the rules still propose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Incidents are answerable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"why was this run?" cites a recipe version and its author, not "the model chose it"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honest limit: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determinism does not make the recipes correct. It makes them reviewable, testable and attributable. Correctness comes from the bioinformatician who authors them, and from Tier-3 QC comparing each run against the history of the same recipe.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SKILLS · WHERE THEY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Skills tune how the AI works, not what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2763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is a curated, versioned unit of instruction and knowledge that the agent loads at run time. It is the right container for how to investigate and how to word things — and the wrong container for which analysis to run.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1905000"/>
          <a:ext cx="11049000" cy="1469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0"/>
                <a:gridCol w="4000500"/>
                <a:gridCol w="3429000"/>
              </a:tblGrid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What is being tuned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Tuned by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Not by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Which analysis an order receives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YAML — authored, reviewed, signed off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 Skill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thresholds and checks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spec, versioned with the recipe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 Skill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How a failure is diagnosed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Skills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 — known errors, app guides, debug procedures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—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How findings are worded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prompt templates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—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941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What data may be sent where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the allow-list in code, with the AI-usage policy as substrate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 Skill alone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71500" y="3491657"/>
            <a:ext cx="5400675" cy="264244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Where Skills earn their place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Failure triage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load the known-error catalog, the app's developer guide and the debug procedure, then read logs, check gStore, query SLURM. Output is a proposal to a human, never an action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verification discipline itself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declare the evidence spec first, compute a fail-closed verdict, record it with the spec hash. Our QC gate is an instance of it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Institutional guardrails as substrate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the AI-usage policy loads as a Skill, so every agent inherits it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Tuning without redeployment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improving triage means editing a Skill, not changing the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9825" y="3491657"/>
            <a:ext cx="5400675" cy="2642442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anti-pattern, and one caveat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Putting an analysis choice in a Skill — "for RNA-seq use STAR then FeatureCounts". It would work, and it would quietly undo the whole design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Behaviour would then depend on which Skill version an agent happened to load, and the run record would no longer explain itself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 Skill is a prompt with provenance.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It improves consistency and makes behaviour attributable. It does not turn the agent's conclusions into evidence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That is why triage output is advisory, and why a mechanical verdict sits underneath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ARCHITECTURE ·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Seven layers, one owner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4229100"/>
          </a:xfrm>
          <a:prstGeom prst="rect">
            <a:avLst/>
          </a:prstGeom>
          <a:noFill/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609600" cy="604157"/>
          </a:xfrm>
          <a:prstGeom prst="rect">
            <a:avLst/>
          </a:prstGeom>
          <a:solidFill>
            <a:srgbClr val="FFF4E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1200150"/>
            <a:ext cx="5532882" cy="604157"/>
          </a:xfrm>
          <a:prstGeom prst="rect">
            <a:avLst/>
          </a:prstGeom>
          <a:solidFill>
            <a:srgbClr val="FF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1247775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1247775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Data minimisation — what may the AI see at all?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232" y="1247775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field allow-list in code · on-prem model only · customer informed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804307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1851932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1851932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Trigger — sequencing for order X has finished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9232" y="1851932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omakase-core watcher polls the </a:t>
            </a:r>
            <a:r>
              <a:rPr sz="940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B-Fabric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80430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2408464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2456089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2456089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Decision — which analysis, with which parameters?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9232" y="2456089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recipe catalog (versioned) · LLM breaks ties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2408464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3012621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3060246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50" y="3060246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Gate — leave time for a human, then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232" y="3060246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state machine + business-hours timer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3012621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3616778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3664403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50" y="3664403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Execution — run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9232" y="3664403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SUSHI backend REST API → job_manager → SLURM → gStore </a:t>
            </a:r>
            <a:r>
              <a:rPr sz="940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(existing)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361677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4220935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50" y="4268560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6350" y="4268560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QC — is the result sane?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9232" y="4268560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deterministic checks · LLM writes the narrative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22093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" y="4825092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" y="4872717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6350" y="4872717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Release — tell the customer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9232" y="4872717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phase 1: bioinformatician · phase 2: automated per recipe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482509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Only one new component is built: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omakase-core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a small daemon. Everything under L4 already exists and is reused unmodified — nothing on the SUSHI side was invented for this.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LAYER 0 · DATA MINIMISATION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Do not ask permission for data we never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32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order record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Has many fields — customer name, contacts, project title, sample names, free-text comments.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4000" y="15430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785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6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67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Field allow-list (fixed in code)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Service Type · Sequencing Application · Species · Instrument · Library Protocol · sample count / layout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0350" y="15430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420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802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local model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On-premises inference. Nothing leaves the FGCZ network. No external cloud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171700"/>
            <a:ext cx="5400675" cy="32575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Three rules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Allow-list, not redaction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unlisted fields are never fetched, so a scrubber bug cannot leak them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On-prem model only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the "which tool for which data class" matrix disappears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No raw data, no free-text logs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QC sends numeric metrics; log text can carry paths and sample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9825" y="2171700"/>
            <a:ext cx="5400675" cy="32575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What the customer is told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No dialog. No checkbox. A plain statement: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"Experiment parameters will be processed by a local AI model."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Wording and placement still to be confirmed with the owner of customer-facing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caveat to keep: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this works only while the payload stays inside the allow-list. The allow-list is a security boundary — enforced in code, reviewed when it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5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PIPELINE ·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From B-Fabric to SLURM, through what already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6192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325" y="17145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DB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polled every few minutes — "new data is available in gStore for order X"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9912" y="20002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3762" y="16192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6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587" y="17145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omakase-core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allow-list → recipe engine → proposal → timer. Own state DB. No DDL on the SUSHI schema.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2175" y="20002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6025" y="16192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850" y="17145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SUSHI backend REST API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POST a job with a project-scoped token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34437" y="20002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58287" y="16192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2112" y="17145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job_manager → SLURM → gStore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unchanged, existing 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2667000"/>
            <a:ext cx="5400675" cy="3467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What the REST route buys us, for free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Project-scope enforcement from the token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The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required_params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gate — unresolved reference parameters can no longer reach SLURM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Per-sample fan-out and legacy-parity output columns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No code path by which the orchestrator can corrupt the shared production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9825" y="2667000"/>
            <a:ext cx="5400675" cy="3467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 recipe, in one line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Match predicate over allow-listed parameters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Ordered app chain with fully resolved parameters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QC spec, compute budget, autostart flag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Authored by a bioinformatician, versioned in git,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recipe_id@version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recorded on every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6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LAYER 3 ·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only thing that happens on a timer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5438775" cy="1782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1782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1314450"/>
            <a:ext cx="5095875" cy="159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450"/>
              </a:spcAft>
            </a:pPr>
            <a:r>
              <a:rPr sz="819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Plain 4 hours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An order finishing Friday 17:00 auto-starts at Fri 21:00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Nobody is watching. Nobody can veto.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 failure sits untouched until Monday.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1200150"/>
            <a:ext cx="5438775" cy="1782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1200150"/>
            <a:ext cx="38100" cy="1782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3175" y="1314450"/>
            <a:ext cx="5095875" cy="1591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450"/>
              </a:spcAft>
            </a:pPr>
            <a:r>
              <a:rPr sz="819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4 business hours, with a floor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08:00–18:00 Mon–Fri, never before the next working day 10:00 → Mon 10:00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The real grace period is more than two working days.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The owner can veto or override on arrival.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096890"/>
            <a:ext cx="5400675" cy="246570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Rules around the clock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Post the notice,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read it back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and only then start counting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Low confidence, non-whitelisted recipe, or over budget →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held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a human must release it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 failure never auto-retries. It notifies a human.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Global pause switch; opt-out per project, per customer, per recipe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5" y="3096890"/>
            <a:ext cx="5400675" cy="246570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Human actions, available on day one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List pending proposals with their deadline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Veto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override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with a different analysis, or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hold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the clock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Read the QC report, then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release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the result to the customer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Works from the command line — no user interface needed for 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Every other transition needs an event or a human.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Exactly one transition in the whole system is driven by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7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CHAT SURFACE · SLACK /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 secretary for the veto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2763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The three channels so far answer "can a human act?". A bot answers a different question: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will a human notice in time?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That is the weakest point of the whole gate — an unread comment makes the veto window ceremonial.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905000"/>
            <a:ext cx="5400675" cy="24193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What it posts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Every morning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proposals awaiting a response with their deadline countdown; jobs finished or failed since yesterday; QC warnings waiting for review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 a new proposal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order, recipe, resolved parameters, cost estimate, deadline, with veto and hold affordances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One hour before a deadline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a reminder naming the person expected to act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 demand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"status of order X", "what is pending for this project", "why did job 581 fail"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905000"/>
            <a:ext cx="5400675" cy="24193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Two tiers — and the boundary is the governance boundary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A, proactive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digests, alerts, deadline reminders. Plain code: query state, format, post. No LLM. Runs unattended because it is just a scheduled job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B, reactive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free-text questions in a thread, answered by the agent with Skills, one task per message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 chat message is a human-initiated invocation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someone typed it and is watching the thread. So the conversational tier is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attended by construction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, which is what has blocked agentic use elsewhere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438650"/>
            <a:ext cx="11049000" cy="990599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438650"/>
            <a:ext cx="38100" cy="99059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4514850"/>
            <a:ext cx="107442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Constraints.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Slack and Teams are external cloud services — the same classification question as the model, but about transport. Teams under the institutional tenancy is the safer default; Slack needs a policy check. The bot inherits the allow-list: post identifiers, states and deadlines,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never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sample names or result content. Chat identity must map to an LDAP login before it can act — phase 1: read, veto and hold from chat; override and release from the CLI.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Build order: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an outgoing webhook posting the morning digest is about a day of work, has no inbound and no auth surface, and already delivers most of the value. Interactive buttons and the conversational tier come after the identity mapping exists.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Chat surface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LAYER 5 · QUALITY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The verdict comes from measurements, not from the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619250"/>
            <a:ext cx="3568700" cy="35814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3568700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733550"/>
            <a:ext cx="3263900" cy="339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1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Structural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Exit code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Expected outputs exist and are non-empty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Manifest parses; row count = sample count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No out-of-memory, no traceback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Runtime within a sane multiple of the median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absolute · cheap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650" y="1619250"/>
            <a:ext cx="3568700" cy="35814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1650" y="1619250"/>
            <a:ext cx="3568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733550"/>
            <a:ext cx="3263900" cy="339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2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Domain metrics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% uniquely mapped, % rRNA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Library-size distribution, duplication rate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Genes detected; barcode-rank knee for single cell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Species and design sanity checks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Thresholds versioned together with the recipe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per recipe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800" y="1619250"/>
            <a:ext cx="3568700" cy="35814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00" y="1619250"/>
            <a:ext cx="3568700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200" y="1733550"/>
            <a:ext cx="3263900" cy="3390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3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Historical comparison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Each metric compared against the last N runs of the 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same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recipe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Outliers flagged even when every file is present and the job succeeded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This is what catches 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"the pipeline ran fine but the data is wrong"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the interesting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314950"/>
            <a:ext cx="11049000" cy="819150"/>
          </a:xfrm>
          <a:prstGeom prst="roundRect">
            <a:avLst>
              <a:gd name="adj" fmla="val 4000"/>
            </a:avLst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5410200"/>
            <a:ext cx="105918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The criteria are declared </a:t>
            </a:r>
            <a:r>
              <a:rPr sz="150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before</a:t>
            </a: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 the run and recorded with the result. The model may </a:t>
            </a:r>
            <a:r>
              <a:rPr sz="150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downgrade</a:t>
            </a: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 a verdict. It may never upgrade a failure.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8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PLAN ·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Nothing reaches a customer until the counters allow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619250"/>
            <a:ext cx="3568700" cy="36957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35687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733550"/>
            <a:ext cx="3263900" cy="350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0 — Shadow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can start now · zero risk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Detect, propose, run QC — 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write nothing anywhere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Audit how usable the order metadata actually is, per service type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Bioinformaticians author recipes for the top order types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Compare proposals against what is actually run, on 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new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orders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exit: recipes signed 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650" y="1619250"/>
            <a:ext cx="3568700" cy="36957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1650" y="1619250"/>
            <a:ext cx="3568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733550"/>
            <a:ext cx="3263900" cy="350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1 — Human-gated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the original phase 1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Internal notification only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Auto-start after the business-hours deadline, for whitelisted project × recipe pairs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Release to the customer always needs a human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The AI writes nothing customer-facing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exit: per-recipe counters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800" y="1619250"/>
            <a:ext cx="3568700" cy="36957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00" y="1619250"/>
            <a:ext cx="3568700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200" y="1733550"/>
            <a:ext cx="3263900" cy="350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2 — AI to customer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per recipe, with sign-off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Only for recipes that passed the phase-1 criteria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Comment is AI-drafted and labelled as such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Warnings, failures and held proposals still go to a human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Pause switch and opt-out stay permanently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promotion is earned, not assumed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429250"/>
            <a:ext cx="11049000" cy="704850"/>
          </a:xfrm>
          <a:prstGeom prst="roundRect">
            <a:avLst>
              <a:gd name="adj" fmla="val 4000"/>
            </a:avLst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5524500"/>
            <a:ext cx="105918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Rules decide · AI assists · Humans release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9 /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NEXT · WHAT WE NEED FROM WHOM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Four questions block the design; the rest is detail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619250"/>
            <a:ext cx="2662237" cy="3609975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2662237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733550"/>
            <a:ext cx="2357437" cy="3419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— Falko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What can we read in B-Fabric to learn that new data is in gStore?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Which field, which values, what latency?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Can a comment be visible to staff only, and on which entity?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Is there a service account for reading and for posting comments?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decides the trigger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087" y="1619250"/>
            <a:ext cx="2662237" cy="3609975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7087" y="1619250"/>
            <a:ext cx="2662237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9487" y="1733550"/>
            <a:ext cx="2357437" cy="3419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Metadata — Simon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Already asked: more accurate Service Type, Sequencing Application, Species, Instrument, Library Protocol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Ready-made library sequencing filed as "Custom/Other" cannot drive any decision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Which fields can become mandatory, and from when?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1619250"/>
            <a:ext cx="2662237" cy="360997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2675" y="1619250"/>
            <a:ext cx="2662237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075" y="1733550"/>
            <a:ext cx="2357437" cy="3419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Customer text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Wording and placement of the local-AI-model notice; who signs it off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Must a phase-2 customer-facing comment state that it is AI-drafted? Our reading of the UZH / ETH transparency rules: 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8262" y="1619250"/>
            <a:ext cx="2662237" cy="360997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8262" y="1619250"/>
            <a:ext cx="2662237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0662" y="1733550"/>
            <a:ext cx="2357437" cy="3419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Operations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Confirm the grace period counts business hours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Pilot scope: which order types, which projects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Compute budget, monthly cap, and a low-priority queue so first-pass jobs never delay ordered work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What "forward the result" means concretely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343525"/>
            <a:ext cx="11049000" cy="790575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343525"/>
            <a:ext cx="38100" cy="790575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5419725"/>
            <a:ext cx="1074420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One architectural decision to make now: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LLM calls already exist in more than one place (the M&amp;M module in ezRun, method-description generation in SAKE). A shared library is impossible across R, Ruby and Python — only a shared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service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is. Agreeing on one before the third caller exists is the cheap moment.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Prerequisites and dependencies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200150"/>
          <a:ext cx="11049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6286500"/>
                <a:gridCol w="2000250"/>
                <a:gridCol w="238125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#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Prerequisite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Status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What it blocks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Accuracy of B-Fabric order metadata — the decision needs usable Service Type, Sequencing Application, Species, Instrument, Library Protocol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Simon already asked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matching for the affected order types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The B-Fabric signal that new data is in gStore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open — Falko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the trigger layer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P3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Customer-facing notice: wording and sign-off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open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Write path for the SUSHI backend on the production submit node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read-only today; job pickup verified on the test node only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phase 1 on real orders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P5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Local-model wiring for the shared LLM client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adapter exists; not wired for this use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every LLM step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P6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B-Fabric service account and comment visibility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open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the internal notification channel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Wider app coverage for recipes — 10x, ONT and PacBio are not yet validated head-lessly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16 apps validated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catalog breadth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P8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 service host with a supervisor for the daemon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to be arranged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P9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Machine-readable species → reference-genome policy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implicit in the current selector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parameter resolution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Runtime and safety machinery to run the failure-diagnosis agent without a human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not in place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fully automatic diagnosis only — not needed for 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Full text, diagrams and sources: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docs/omakase-auto-analysis-design.md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and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docs/omakase-auto-analysis-overview-en.html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